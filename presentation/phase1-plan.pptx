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people to log in without ever creating or typing a password. This deck is the plan for the first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Passwords get reused, phished and leaked. SMS OTPs aren't much better because of SIM swaps and social engineering. Instead of patching that, we remove the password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Sign-in uses passkeys. The device keeps a private key and only proves it has it. You unlock it the same way you unlock your phone. There's no shared secret on our server that can leak.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USP. Most logins are just the passkey. If a login looks risky, like a new country or a new device, we ask for a quick live check: your face, plus a hand sign you chose yourself and one random sign. A photo or a video won't pass. The face check never logs anyone in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build a look-alike clone and run four attacks against it in the demo. Each one fails because the browser binds the passkey to the real origin, so a copied page can't get a usable credential.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Recovery needs both the recovery code and a live face check, then a waiting period. During the wait, any device still signed in sees a banner and can cancel it. That stops someone who only stole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devices are added by scanning a QR code with a device you already trust. A lost device can be removed and its key dies immediately. Voice prompts help people who find reading hard. Admins get a view of devices, login history and revoked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small apps and one database file, nothing else. The web app runs the passkey ceremonies and all the flows. The bio service turns camera frames into a pass or fail and keeps face templates encrypted. We never trust a result computed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split phase one into four tracks that run in parallel: passkeys, the face and hand check, devices plus admin, and recovery plus the phishing demo. Then we merge and rehearse one demo that walks through sign-up, a risky login, adding a device, the phishing clone and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754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CC6-IC04  ·  PASSWORDLESS AUTH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Sign in without a password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What we're building first, and why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60720" y="960120"/>
            <a:ext cx="2468880" cy="246888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0" y="1577340"/>
            <a:ext cx="1234440" cy="1234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40680" y="2880360"/>
            <a:ext cx="1051560" cy="105156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0" y="3143250"/>
            <a:ext cx="525780" cy="5257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98080" y="2880360"/>
            <a:ext cx="1051560" cy="105156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0" y="3143250"/>
            <a:ext cx="525780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Passwords are the weak spot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28800" cy="22402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554480"/>
            <a:ext cx="731520" cy="731520"/>
          </a:xfrm>
          <a:prstGeom prst="ellipse">
            <a:avLst/>
          </a:prstGeom>
          <a:solidFill>
            <a:srgbClr val="FDE2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Reused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leak opens many doors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24328" y="1280160"/>
            <a:ext cx="1828800" cy="22402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172968" y="1554480"/>
            <a:ext cx="731520" cy="731520"/>
          </a:xfrm>
          <a:prstGeom prst="ellipse">
            <a:avLst/>
          </a:prstGeom>
          <a:solidFill>
            <a:srgbClr val="FDE2E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15768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Phished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761488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Fake pages look real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0016" y="1280160"/>
            <a:ext cx="1828800" cy="22402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5248656" y="1554480"/>
            <a:ext cx="731520" cy="731520"/>
          </a:xfrm>
          <a:prstGeom prst="ellipse">
            <a:avLst/>
          </a:prstGeom>
          <a:solidFill>
            <a:srgbClr val="FDE2E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7373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91456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Leaked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37176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Breaches spill millions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75704" y="1280160"/>
            <a:ext cx="1828800" cy="22402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324344" y="1554480"/>
            <a:ext cx="731520" cy="731520"/>
          </a:xfrm>
          <a:prstGeom prst="ellipse">
            <a:avLst/>
          </a:prstGeom>
          <a:solidFill>
            <a:srgbClr val="FDE2E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7373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67144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SMS codes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912864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 swaps steal them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1"/>
                </a:solidFill>
              </a:rPr>
              <a:t>So let's get rid of them.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device becomes the key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51560" y="1371600"/>
            <a:ext cx="1371600" cy="137160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Pick your device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Phone, laptop or security key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2057400"/>
            <a:ext cx="1097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171450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Unlock it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Fingerprint, face or PIN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40680" y="2057400"/>
            <a:ext cx="1097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720840" y="1371600"/>
            <a:ext cx="1371600" cy="13716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171450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179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You're in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21792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Nothing typed, nothing to steal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Built on passkeys (FIDO2 / WebAuthn). The secret key never leaves your device.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Something looks off? Show us it's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205740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Sign in with passkey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0" y="246888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743200" y="1783080"/>
            <a:ext cx="1645920" cy="13716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Looks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normal?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2468880"/>
            <a:ext cx="2468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12064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1737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You're 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66160" y="3154680"/>
            <a:ext cx="0" cy="7772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393192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65760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new country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new device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3520440"/>
            <a:ext cx="22860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9050">
            <a:solidFill>
              <a:srgbClr val="0F766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3657600"/>
            <a:ext cx="274320" cy="27432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023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09160" y="3566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face + your own hand sign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92240" y="3931920"/>
            <a:ext cx="12344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26680" y="2880360"/>
            <a:ext cx="0" cy="10515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19" name="Text 15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 second lock, never the only 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fake site gets nothing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0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89888"/>
            <a:ext cx="109728" cy="10972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89888"/>
            <a:ext cx="109728" cy="10972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389888"/>
            <a:ext cx="109728" cy="10972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25880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D5ED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08760" y="1325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secure.app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965960"/>
            <a:ext cx="914400" cy="9144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1945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3152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Passkey works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54880" y="1234440"/>
            <a:ext cx="3840480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1389888"/>
            <a:ext cx="109728" cy="10972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5120640" y="1389888"/>
            <a:ext cx="109728" cy="10972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6" name="Shape 13"/>
          <p:cNvSpPr/>
          <p:nvPr/>
        </p:nvSpPr>
        <p:spPr>
          <a:xfrm>
            <a:off x="5303520" y="1389888"/>
            <a:ext cx="109728" cy="10972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7" name="Shape 14"/>
          <p:cNvSpPr/>
          <p:nvPr/>
        </p:nvSpPr>
        <p:spPr>
          <a:xfrm>
            <a:off x="5577840" y="1325880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FDE2E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715000" y="1325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secure-app.login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173736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0" y="1965960"/>
            <a:ext cx="914400" cy="9144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9456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3776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Browser won't use the key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passkey is tied to the real web address. A look-alike page has nothing to steal.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Lost your phone? You can still get back 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17320" y="1920240"/>
            <a:ext cx="6309360" cy="0"/>
          </a:xfrm>
          <a:prstGeom prst="line">
            <a:avLst/>
          </a:prstGeom>
          <a:noFill/>
          <a:ln w="76200">
            <a:solidFill>
              <a:srgbClr val="D5ED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463040"/>
            <a:ext cx="914400" cy="914400"/>
          </a:xfrm>
          <a:prstGeom prst="ellipse">
            <a:avLst/>
          </a:prstGeom>
          <a:solidFill>
            <a:srgbClr val="D5EDE9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Recovery code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Saved at sign-up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63240" y="1463040"/>
            <a:ext cx="914400" cy="914400"/>
          </a:xfrm>
          <a:prstGeom prst="ellipse">
            <a:avLst/>
          </a:prstGeom>
          <a:solidFill>
            <a:srgbClr val="D5EDE9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916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146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Live face check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Proves a real person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166360" y="1463040"/>
            <a:ext cx="914400" cy="914400"/>
          </a:xfrm>
          <a:prstGeom prst="ellipse">
            <a:avLst/>
          </a:prstGeom>
          <a:solidFill>
            <a:srgbClr val="D5EDE9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916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1772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Short wait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66344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Your other devices can cancel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269480" y="1463040"/>
            <a:ext cx="914400" cy="91440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6916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2084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New passkey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76656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Back in, safely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No password. No SMS. No single thing an attacker can fake.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Built for real life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72768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556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572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 a device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938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Scan a QR with a phone you trust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983480" y="1572768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7556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43600" y="1572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Lost one? Remove it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1938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Its key stops working right away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83464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127248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1012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1272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Voice prompts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34930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step can be read aloud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709160" y="283464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4983480" y="3127248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31012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43600" y="31272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Admin view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0" y="34930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Devices, logins, revoked keys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it fits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19456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1554480"/>
            <a:ext cx="731520" cy="73152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Your browser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Passkey prompt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+ camera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0" y="246888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74720" y="1325880"/>
            <a:ext cx="2194560" cy="22860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10" name="Shape 7"/>
          <p:cNvSpPr/>
          <p:nvPr/>
        </p:nvSpPr>
        <p:spPr>
          <a:xfrm>
            <a:off x="4206240" y="15544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Web app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Next.js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sign-in, devices, recovery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69280" y="187452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669280" y="306324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400800" y="1325880"/>
            <a:ext cx="21945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537960" y="1572768"/>
            <a:ext cx="548640" cy="54864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0992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23760" y="15270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Bio service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223760" y="18470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Python · face + hand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0" y="2560320"/>
            <a:ext cx="21945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6537960" y="2807208"/>
            <a:ext cx="548640" cy="54864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94436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23760" y="27614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SQLite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223760" y="3081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small file</a:t>
            </a:r>
            <a:endParaRPr lang="en-US" sz="1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873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0120" y="4069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Checks happen on the server, never in the browser. Face photos are never stored.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Phase one: what we build first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120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944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Passkey sign-up &amp; sign-in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0" y="1508760"/>
            <a:ext cx="822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920240"/>
            <a:ext cx="5120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0802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Face + hand liveness check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669280" y="2194560"/>
            <a:ext cx="822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2606040"/>
            <a:ext cx="5120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7660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2606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Devices &amp; admin view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669280" y="2880360"/>
            <a:ext cx="822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3291840"/>
            <a:ext cx="5120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D5EDE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4518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291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Recovery &amp; phishing demo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5669280" y="3566160"/>
            <a:ext cx="822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92240" y="1508760"/>
            <a:ext cx="0" cy="20574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92240" y="253746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Text 19"/>
          <p:cNvSpPr/>
          <p:nvPr/>
        </p:nvSpPr>
        <p:spPr>
          <a:xfrm>
            <a:off x="6949440" y="180594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Merge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 demo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Four tracks built side by side, then stitched together for one end-to-end demo.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sswordless Plan">
  <a:themeElements>
    <a:clrScheme name="Passwordless Plan">
      <a:dk1>
        <a:srgbClr val="1E293B"/>
      </a:dk1>
      <a:lt1>
        <a:srgbClr val="FFFFFF"/>
      </a:lt1>
      <a:dk2>
        <a:srgbClr val="64748B"/>
      </a:dk2>
      <a:lt2>
        <a:srgbClr val="F1F5F4"/>
      </a:lt2>
      <a:accent1>
        <a:srgbClr val="0F766E"/>
      </a:accent1>
      <a:accent2>
        <a:srgbClr val="14B8A6"/>
      </a:accent2>
      <a:accent3>
        <a:srgbClr val="E11D48"/>
      </a:accent3>
      <a:accent4>
        <a:srgbClr val="D97706"/>
      </a:accent4>
      <a:accent5>
        <a:srgbClr val="D5EDE9"/>
      </a:accent5>
      <a:accent6>
        <a:srgbClr val="FDE2E7"/>
      </a:accent6>
      <a:hlink>
        <a:srgbClr val="0F766E"/>
      </a:hlink>
      <a:folHlink>
        <a:srgbClr val="64748B"/>
      </a:folHlink>
    </a:clrScheme>
    <a:fontScheme name="Passwordless Pla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Passwordless sign-in: phase one plan</dc:title>
  <dc:subject>PptxGenJS Presentation</dc:subject>
  <dc:creator>PptxGenJS</dc:creator>
  <cp:lastModifiedBy>PptxGenJS</cp:lastModifiedBy>
  <cp:revision>1</cp:revision>
  <dcterms:created xsi:type="dcterms:W3CDTF">2026-10-15T06:40:08Z</dcterms:created>
  <dcterms:modified xsi:type="dcterms:W3CDTF">2026-10-15T06:40:08Z</dcterms:modified>
</cp:coreProperties>
</file>